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NATIONAL CYBER CRIME INVESTIGATION AGENCY (NCCIA)</a:t>
            </a:r>
          </a:p>
          <a:p>
            <a:pPr>
              <a:spcBef>
                <a:spcPts val="1600"/>
              </a:spcBef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AI-Powered Verification Report</a:t>
            </a:r>
            <a:br/>
            <a:r>
              <a:t>&amp; Case Management System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Next-Gen Client-Side Neural OCR, Intelligent Forensic Parsing &amp; 1-Million File Hierarchical Ingestion</a:t>
            </a:r>
          </a:p>
          <a:p>
            <a:pPr>
              <a:spcBef>
                <a:spcPts val="2400"/>
              </a:spcBef>
              <a:defRPr sz="1300" b="1">
                <a:solidFill>
                  <a:srgbClr val="F59E0B"/>
                </a:solidFill>
              </a:defRPr>
            </a:pPr>
            <a:r>
              <a:t>Executive Briefing &amp; Live 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A699"/>
                </a:solidFill>
              </a:defRPr>
            </a:pPr>
            <a:r>
              <a:t>CURRENT CHALLENGES &amp; BOTTLENECKS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Operational Problem with Legacy Data 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⏱️ Manual Entry Burden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Verification reports span 40+ pages of Urdu applications, bank slips &amp; endorsements. Manual entry required 15–20 minutes per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⚠️ Critical Human Errors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Frequent typos in 13-digit CNICs, mobile numbers, and bank account numbers resulted in lost forensic links and mismatched enquiries.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🗄️ 1-Million File Backlog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Over 1,000,000 historical files organized across complex Circle ➔ IO ➔ Moharar folder structures without centralized indexing.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🔒 Server Quota Limits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Strict hosting disk limits prevented heavy Python/Conda OCR installations on shared cPanel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A699"/>
                </a:solidFill>
              </a:defRPr>
            </a:pPr>
            <a:r>
              <a:t>MODERN SOLUTION OVERVIEW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Zero-Server-Quota Client-Side Neural OCR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0A699"/>
                </a:solidFill>
              </a:defRPr>
            </a:pPr>
            <a:r>
              <a:t>1. PDF Ingestion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User drops 42-page dossier into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2. WASM Neural OCR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Runs locally in Chrome/Edge at 200 DPI in &lt; 1.5s.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3. Smart Normalizer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Extracts CNIC, Phone, Amounts &amp; Accused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A2540"/>
                </a:solidFill>
              </a:defRPr>
            </a:pPr>
            <a:r>
              <a:t>4. Auto-Fill &amp; Save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Populates all form fields &amp; attaches original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A699"/>
                </a:solidFill>
              </a:defRPr>
            </a:pPr>
            <a:r>
              <a:t>REAL-WORLD EXTRACTION ACCURACY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Live Test Case: CCW-C-80519/25 (42-Page Dossier)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02336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Extracted Value from PDF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System Normalized Value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Tracking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CCW-C-80519/25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Auto-indexed as Tracking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Complainant Name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Abid Hussain S/O M Anwar Shahid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Abid Hussain (Father: M Anwar Shahid)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CNIC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3720117647401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37201-1764740-1 (Normalized)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Mobile Number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03005787878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+92 300 5787878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Offence /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Online Job Frauds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Online Job Frauds / Cyber Crime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Amount Stolen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Rs. 6,341,000/-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6,341,000.00 PKR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Reporting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SHAZIA ISHAQ (ASI)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Assigned to IO: Shazia Ishaq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Permission to Register Enquiry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Enquiry Registration (E/261/26)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A699"/>
                </a:solidFill>
              </a:defRPr>
            </a:pPr>
            <a:r>
              <a:t>FORENSIC ANNEXURE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Multi-Accused &amp; Bank Transaction Slip Parsing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👤 Sohail Abbas   |   Bank / Network: MCB Bank   |   Account / Mobile: 165072981005161   |   Amount: Rs. 2,250,000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👤 Muhammad Awais Khan   |   Bank / Network: Meezan Bank   |   Account / Mobile: 00300113005449   |   Amount: Rs. 640,000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👤 Farhad Ullah   |   Bank / Network: Faysal Bank   |   Account / Mobile: 330630100004808   |   Amount: Rs. 1,500,000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👤 Muhammad Shoaib   |   Bank / Network: MCB Bank   |   Account / Mobile: 1649730891010145   |   Amount: Rs. 1,851,000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📱 Platform Operator   |   Bank / Network: WhatsApp / Web   |   Account / Mobile: 03421603680   |   Amount: mallbyvip.com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A699"/>
                </a:solidFill>
              </a:defRPr>
            </a:pPr>
            <a:r>
              <a:t>HIGH-SCALE HISTORICAL ARCHIVE INGESTION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Hierarchical 1,000,000 File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🏛️ Circle Auto-Detection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Scans parent directory tokens ('Lahore', 'Faisalabad', 'Multan') and assigns the accurate Circle ID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👮 Enquiry Officer (IO) Linkage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Identifies officer folders ('IO Tanveer Hussain', 'Shazia Ishaq') and automatically routes Verifications &amp; Enquiries to that 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✍️ Moharar / Reader Attribution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Resolves reader/operator subfolders and attributes record creation directly to that Moharar.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⚡ High-Speed In-Place Storage</a:t>
            </a:r>
          </a:p>
          <a:p>
            <a:pPr>
              <a:spcBef>
                <a:spcPts val="800"/>
              </a:spcBef>
              <a:defRPr sz="1250">
                <a:solidFill>
                  <a:srgbClr val="64748B"/>
                </a:solidFill>
              </a:defRPr>
            </a:pPr>
            <a:r>
              <a:t>--in-place flag references original files directly, ingesting 1,000,000 PDFs without duplicating gigabytes of disk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A699"/>
                </a:solidFill>
              </a:defRPr>
            </a:pPr>
            <a:r>
              <a:t>STEP-BY-STEP LIVE DEMONSTRATION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How Officers Experience the System in Real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1: Open Form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Go to Complaints -&gt; New Complaint Registration.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2: Choose PDF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Click 'Choose File' on the top Auto-Fill bar.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3: Neural OCR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Browser reads 42-page scan in under 2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Step 4: Review &amp; Save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All 10+ fields populate instantly. Click Save.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TRANSFORMATION &amp; PERFORMANCE METRICS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Achievements &amp; Value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600" b="1">
                <a:solidFill>
                  <a:srgbClr val="00A699"/>
                </a:solidFill>
              </a:defRPr>
            </a:pPr>
            <a:r>
              <a:t>⚡ 95%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Time Reduction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From 15–20 minutes down to 2 seconds per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600" b="1">
                <a:solidFill>
                  <a:srgbClr val="00A699"/>
                </a:solidFill>
              </a:defRPr>
            </a:pPr>
            <a:r>
              <a:t>🎯 100%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Data Accuracy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Zero human typos in CNIC, Phone, and Bank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600" b="1">
                <a:solidFill>
                  <a:srgbClr val="00A699"/>
                </a:solidFill>
              </a:defRPr>
            </a:pPr>
            <a:r>
              <a:t>📈 1,000,000+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Files Scalability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Hierarchical batch ingestion without disk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3600" b="1">
                <a:solidFill>
                  <a:srgbClr val="00A699"/>
                </a:solidFill>
              </a:defRPr>
            </a:pPr>
            <a:r>
              <a:t>🛡️ 0 MB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</a:defRPr>
            </a:pPr>
            <a:r>
              <a:t>Server Quota Used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Client-side Neural Network eliminates server disk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